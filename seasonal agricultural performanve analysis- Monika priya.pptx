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790" y="5350739"/>
            <a:ext cx="4854754" cy="2615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TrebuchetMS"/>
              </a:rPr>
              <a:t>AICTE STU ID : </a:t>
            </a:r>
            <a:r>
              <a:rPr sz="1800" b="0" i="0">
                <a:solidFill>
                  <a:srgbClr val="000000"/>
                </a:solidFill>
                <a:latin typeface="TrebuchetMS"/>
              </a:rPr>
              <a:t>STU6847f627107151749546535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790" y="4071493"/>
            <a:ext cx="3886444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000000"/>
                </a:solidFill>
                <a:latin typeface="Calibri"/>
              </a:rPr>
              <a:t>Student Name  </a:t>
            </a:r>
            <a:r>
              <a:rPr sz="2004" b="0" i="0">
                <a:solidFill>
                  <a:srgbClr val="000000"/>
                </a:solidFill>
                <a:latin typeface="Calibri"/>
              </a:rPr>
              <a:t>: Gudala Monika Priya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790" y="4634769"/>
            <a:ext cx="6845538" cy="3026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000000"/>
                </a:solidFill>
                <a:latin typeface="Calibri"/>
              </a:rPr>
              <a:t>College Name </a:t>
            </a:r>
            <a:r>
              <a:rPr sz="2004" b="0" i="0">
                <a:solidFill>
                  <a:srgbClr val="000000"/>
                </a:solidFill>
                <a:latin typeface="Calibri"/>
              </a:rPr>
              <a:t>: Sri Durga </a:t>
            </a:r>
            <a:r>
              <a:rPr sz="2004" b="0" i="0">
                <a:solidFill>
                  <a:srgbClr val="000000"/>
                </a:solidFill>
                <a:latin typeface="TrebuchetMS"/>
              </a:rPr>
              <a:t>Malleswara</a:t>
            </a:r>
            <a:r>
              <a:rPr sz="2004" b="0" i="0">
                <a:solidFill>
                  <a:srgbClr val="000000"/>
                </a:solidFill>
                <a:latin typeface="Calibri"/>
              </a:rPr>
              <a:t> Siddhartha Mahila Kalasala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051" y="2839593"/>
            <a:ext cx="9947507" cy="3550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795" b="1" i="0">
                <a:solidFill>
                  <a:srgbClr val="000000"/>
                </a:solidFill>
                <a:latin typeface="Calibri"/>
              </a:rPr>
              <a:t>PROJECT TITLE : SEASONAL AGRICULTURE PERFORMANCE ANAYLSIS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019" y="2154703"/>
            <a:ext cx="102605" cy="24732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63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919" y="2146935"/>
            <a:ext cx="6677265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Agricultural activities are influenced by seasonal variations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919" y="2415159"/>
            <a:ext cx="6430412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in environmental conditions, farming practices, resource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919" y="2683383"/>
            <a:ext cx="6588823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availability and market conditions. As a result, agricultural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19" y="2951378"/>
            <a:ext cx="6014736" cy="279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8" b="0" i="0">
                <a:solidFill>
                  <a:srgbClr val="404040"/>
                </a:solidFill>
                <a:latin typeface="Calibri"/>
              </a:rPr>
              <a:t>performance may differ from one season to another.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19" y="3220085"/>
            <a:ext cx="6253035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However, raw agricultural data does not clearly explain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19" y="3488309"/>
            <a:ext cx="6453839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how agricultural performance changes across seasons or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19" y="3756533"/>
            <a:ext cx="5929800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what patterns can be observed in different seasonal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19" y="4024757"/>
            <a:ext cx="6721855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conditions. The problem is to analyze the given agricultural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19" y="4292981"/>
            <a:ext cx="6660219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dataset and investigate seasonal differences in agricultural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19" y="4560976"/>
            <a:ext cx="6421525" cy="2791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8" b="0" i="0">
                <a:solidFill>
                  <a:srgbClr val="404040"/>
                </a:solidFill>
                <a:latin typeface="Calibri"/>
              </a:rPr>
              <a:t>performance by identifying meaningful patterns, trends,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19" y="4829810"/>
            <a:ext cx="6020998" cy="2788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195" b="0" i="0">
                <a:solidFill>
                  <a:srgbClr val="404040"/>
                </a:solidFill>
                <a:latin typeface="Calibri"/>
              </a:rPr>
              <a:t>relationships and variations within the available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" y="697865"/>
            <a:ext cx="5167847" cy="545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295" b="1" i="0">
                <a:solidFill>
                  <a:srgbClr val="000000"/>
                </a:solidFill>
                <a:latin typeface="Calibri"/>
              </a:rPr>
              <a:t>PROBLEM 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6410465"/>
            <a:ext cx="3706241" cy="296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19" y="298349"/>
            <a:ext cx="4319682" cy="5458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298" b="1" i="0">
                <a:solidFill>
                  <a:srgbClr val="000000"/>
                </a:solidFill>
                <a:latin typeface="Calibri"/>
              </a:rPr>
              <a:t>Project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" y="1322372"/>
            <a:ext cx="89078" cy="2837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ArialM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" y="1361821"/>
            <a:ext cx="6775257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The Agricultural Seasonal Performance Analysis project is used to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" y="1666392"/>
            <a:ext cx="6464090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000000"/>
                </a:solidFill>
                <a:latin typeface="Calibri"/>
              </a:rPr>
              <a:t>understand how agricultural performance changes in different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1971675"/>
            <a:ext cx="7146331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seasons. Factors such as weather, farming methods, crop type, water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0" y="2276475"/>
            <a:ext cx="679332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availability, and market conditions can affect crop production and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2581275"/>
            <a:ext cx="55638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yield.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" y="3151150"/>
            <a:ext cx="89184" cy="2841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000000"/>
                </a:solidFill>
                <a:latin typeface="ArialM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" y="3190646"/>
            <a:ext cx="7225935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000000"/>
                </a:solidFill>
                <a:latin typeface="Calibri"/>
              </a:rPr>
              <a:t>In this project, the agricultural dataset is cleaned and analyzed to find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" y="3495929"/>
            <a:ext cx="7175856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patterns, trends, and differences between seasons. Data analysis and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" y="3800729"/>
            <a:ext cx="6864846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visualization techniques are used to compare crop production and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" y="4105529"/>
            <a:ext cx="663018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yield across different seasons. The main goal of this project is to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720" y="4410329"/>
            <a:ext cx="6705269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identify which seasons have better agricultural performance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" y="4714900"/>
            <a:ext cx="6985183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000000"/>
                </a:solidFill>
                <a:latin typeface="Calibri"/>
              </a:rPr>
              <a:t>understand the factors that influence crop production. The findings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" y="5020310"/>
            <a:ext cx="7089322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000000"/>
                </a:solidFill>
                <a:latin typeface="Calibri"/>
              </a:rPr>
              <a:t>can provide useful insights for making better decisions in agriculture.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" y="6176797"/>
            <a:ext cx="2181225" cy="48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" y="2093112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608" y="2084451"/>
            <a:ext cx="6395533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The primary end users of this project are farmers, agricultural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608" y="2389251"/>
            <a:ext cx="667472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organizations, government agriculture departments, agricultural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608" y="2694051"/>
            <a:ext cx="720155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researchers, and agricultural planners. They can use the insights from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608" y="2998622"/>
            <a:ext cx="6735723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404040"/>
                </a:solidFill>
                <a:latin typeface="Calibri"/>
              </a:rPr>
              <a:t>seasonal agricultural data to understand performance variations,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608" y="3303905"/>
            <a:ext cx="6872990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resource usage, environmental patterns, and economic outcomes,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608" y="3608705"/>
            <a:ext cx="5794893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which can support better seasonal agricultural planning.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" y="4048658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608" y="4039997"/>
            <a:ext cx="6253650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The end users of our project are mainly farmers, agricultural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608" y="4344797"/>
            <a:ext cx="7511550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organizations, government departments, and agricultural planners. They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608" y="4649369"/>
            <a:ext cx="7234645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0" i="0">
                <a:solidFill>
                  <a:srgbClr val="404040"/>
                </a:solidFill>
                <a:latin typeface="Calibri"/>
              </a:rPr>
              <a:t>can use our analysis to understand seasonal changes and make better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608" y="4954778"/>
            <a:ext cx="2245234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agricultural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" y="1017524"/>
            <a:ext cx="5722481" cy="507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995" b="1" i="0">
                <a:solidFill>
                  <a:srgbClr val="000000"/>
                </a:solidFill>
                <a:latin typeface="Calibri"/>
              </a:rPr>
              <a:t>WHO ARE THE END USERS?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" y="6410465"/>
            <a:ext cx="3706241" cy="296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194" y="1639214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094" y="1630553"/>
            <a:ext cx="4594446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Python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to do the main data analysis.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194" y="2223287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094" y="2214626"/>
            <a:ext cx="6673014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Pandas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to load, clean, and organize the agricultural data.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94" y="2808503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094" y="2799842"/>
            <a:ext cx="6098819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NumPy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for calculations and working with numbers.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194" y="3392195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094" y="3383306"/>
            <a:ext cx="5610739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1" i="0">
                <a:solidFill>
                  <a:srgbClr val="404040"/>
                </a:solidFill>
                <a:latin typeface="Calibri"/>
              </a:rPr>
              <a:t>Matplotlib</a:t>
            </a:r>
            <a:r>
              <a:rPr sz="2006" b="0" i="0">
                <a:solidFill>
                  <a:srgbClr val="404040"/>
                </a:solidFill>
                <a:latin typeface="Calibri"/>
              </a:rPr>
              <a:t> – Used to create simple graphs and charts.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194" y="3976141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094" y="3967480"/>
            <a:ext cx="7895458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Seaborn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to create better-looking charts like box plots and heatmaps.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194" y="4561357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094" y="4552696"/>
            <a:ext cx="6474152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SciPy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to perform statistical tests and compare seasons.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194" y="5144775"/>
            <a:ext cx="92973" cy="22410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8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4" y="5136159"/>
            <a:ext cx="6292318" cy="2548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6" b="1" i="0">
                <a:solidFill>
                  <a:srgbClr val="404040"/>
                </a:solidFill>
                <a:latin typeface="Calibri"/>
              </a:rPr>
              <a:t>Statsmodels</a:t>
            </a:r>
            <a:r>
              <a:rPr sz="2006" b="0" i="0">
                <a:solidFill>
                  <a:srgbClr val="404040"/>
                </a:solidFill>
                <a:latin typeface="Calibri"/>
              </a:rPr>
              <a:t> – Used to perform advanced statistical analysis.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194" y="5729071"/>
            <a:ext cx="92833" cy="223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2E946B"/>
                </a:solidFill>
                <a:latin typeface="Wingding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094" y="5720410"/>
            <a:ext cx="8380793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1" i="0">
                <a:solidFill>
                  <a:srgbClr val="404040"/>
                </a:solidFill>
                <a:latin typeface="Calibri"/>
              </a:rPr>
              <a:t>Jupyter Notebook</a:t>
            </a:r>
            <a:r>
              <a:rPr sz="2004" b="0" i="0">
                <a:solidFill>
                  <a:srgbClr val="404040"/>
                </a:solidFill>
                <a:latin typeface="Calibri"/>
              </a:rPr>
              <a:t> – Used to write the code, show the results, and document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094" y="6177610"/>
            <a:ext cx="796610" cy="2545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Calibri"/>
              </a:rPr>
              <a:t>project.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510" y="588925"/>
            <a:ext cx="4260795" cy="6099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802" b="1" i="0">
                <a:solidFill>
                  <a:srgbClr val="000000"/>
                </a:solidFill>
                <a:latin typeface="Calibri"/>
              </a:rPr>
              <a:t>Technology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46C4FD-E4B5-CA10-979E-037959605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88490"/>
            <a:ext cx="12192000" cy="6946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929064-191E-2DF8-35E1-12D642666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" y="1485550"/>
            <a:ext cx="3667206" cy="2911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TrebuchetMS"/>
              </a:rPr>
              <a:t>[Add screen shots of your code 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785B3-FC3F-9C0B-ABA3-C5B663821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026" y="6482809"/>
            <a:ext cx="73469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" y="1485550"/>
            <a:ext cx="3667206" cy="29115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04" b="0" i="0">
                <a:solidFill>
                  <a:srgbClr val="404040"/>
                </a:solidFill>
                <a:latin typeface="TrebuchetMS"/>
              </a:rPr>
              <a:t>[Add screen shots of your code 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DC806C-AA03-0B4F-AC23-9F8CFAF3C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0874" y="6482809"/>
            <a:ext cx="14662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E45DED-0D06-EEAC-1F97-0D066F7D3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6980" y="0"/>
            <a:ext cx="124476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0874" y="6482809"/>
            <a:ext cx="14662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675" y="684784"/>
            <a:ext cx="2987264" cy="55930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404" b="1" i="0">
                <a:solidFill>
                  <a:srgbClr val="000000"/>
                </a:solidFill>
                <a:latin typeface="Calibri"/>
              </a:rP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" y="1950085"/>
            <a:ext cx="7299658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In the future, this project can be improved by adding more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" y="2315845"/>
            <a:ext cx="7297522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agricultural data and using advanced technologies. We can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" y="2681605"/>
            <a:ext cx="7348119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include weather and market data, use Machine Learning to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" y="3047136"/>
            <a:ext cx="7681625" cy="30510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2" b="0" i="0">
                <a:solidFill>
                  <a:srgbClr val="000000"/>
                </a:solidFill>
                <a:latin typeface="Calibri"/>
              </a:rPr>
              <a:t>predict crop yield and prices, and create Power BI dashboards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" y="3413506"/>
            <a:ext cx="7247231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for easy understanding. This can help farmers make better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" y="3779266"/>
            <a:ext cx="772668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decisions about which crop to grow, when to grow it, and how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" y="4145026"/>
            <a:ext cx="3371089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Calibri"/>
              </a:rPr>
              <a:t>to use resources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0874" y="6482809"/>
            <a:ext cx="14662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486" y="433261"/>
            <a:ext cx="2798976" cy="580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998" b="1" i="0">
                <a:solidFill>
                  <a:srgbClr val="000000"/>
                </a:solidFill>
                <a:latin typeface="TrebuchetMS"/>
              </a:rPr>
              <a:t>GitHub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26" y="1494384"/>
            <a:ext cx="6060110" cy="2615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TrebuchetMS"/>
              </a:rPr>
              <a:t>https://github.com/AswiniKumar55/-Seasonal-Agriculture-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826" y="1768704"/>
            <a:ext cx="2631542" cy="26151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TrebuchetMS"/>
              </a:rPr>
              <a:t>Performance-Analysis-.git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77" y="1564640"/>
            <a:ext cx="8503412" cy="490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10874" y="6482809"/>
            <a:ext cx="14662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102" y="701167"/>
            <a:ext cx="8127951" cy="3550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795" b="1" i="0">
                <a:solidFill>
                  <a:srgbClr val="000000"/>
                </a:solidFill>
                <a:latin typeface="Calibri"/>
              </a:rPr>
              <a:t>VOIS Course completion certificate - Data Visualization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942" y="6482809"/>
            <a:ext cx="65868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83C3"/>
                </a:solidFill>
                <a:latin typeface="TrebuchetMS"/>
              </a:rPr>
              <a:t>9/10/2026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081" y="6482809"/>
            <a:ext cx="967295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1" i="0">
                <a:solidFill>
                  <a:srgbClr val="2E83C3"/>
                </a:solidFill>
                <a:latin typeface="TrebuchetMS"/>
              </a:rPr>
              <a:t>Annual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0874" y="6482809"/>
            <a:ext cx="146621" cy="1603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3" b="0" i="0">
                <a:solidFill>
                  <a:srgbClr val="2E946B"/>
                </a:solidFill>
                <a:latin typeface="TrebuchetM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2031" y="3124708"/>
            <a:ext cx="2715411" cy="545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4295" b="1" i="0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0722" y="4694981"/>
            <a:ext cx="74388" cy="231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000000"/>
                </a:solidFill>
                <a:latin typeface="TrebuchetM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4949" y="4694981"/>
            <a:ext cx="74388" cy="231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96" b="0" i="0">
                <a:solidFill>
                  <a:srgbClr val="000000"/>
                </a:solidFill>
                <a:latin typeface="TrebuchetM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617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ArialMT</vt:lpstr>
      <vt:lpstr>Calibri</vt:lpstr>
      <vt:lpstr>TrebuchetMS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from PDF</dc:title>
  <dc:subject/>
  <dc:creator>pdf_to_ppt</dc:creator>
  <cp:keywords/>
  <dc:description>Generated by pdf_to_ppt; each slide is a rendered PDF page.</dc:description>
  <cp:lastModifiedBy>sethu madhav</cp:lastModifiedBy>
  <cp:revision>2</cp:revision>
  <dcterms:created xsi:type="dcterms:W3CDTF">2013-01-27T09:14:16Z</dcterms:created>
  <dcterms:modified xsi:type="dcterms:W3CDTF">2026-09-10T09:30:34Z</dcterms:modified>
  <cp:category/>
</cp:coreProperties>
</file>